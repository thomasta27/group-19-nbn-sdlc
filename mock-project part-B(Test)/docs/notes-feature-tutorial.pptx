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1" r:id="rId2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</a:rPr>
              <a:t>Building a Feature,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2971800"/>
            <a:ext cx="20116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CBD5E1"/>
                </a:solidFill>
              </a:rPr>
              <a:t>The “Notes” walkthrough — users create and see only their own notes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Every code block on these slides was compiled, tested, and verified against a real Firebase project — including the create-note form the original version of this tutorial was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4748B"/>
                </a:solidFill>
              </a:rPr>
              <a:t>Copy-paste version: docs/COPY-PASTE-FEATURE.md  ·  Full record: docs/TUTORIAL-WALKTHROUGH.md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Three steps for every feature — plus one optional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84832"/>
            <a:ext cx="137160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92024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Define the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Type · typed collection · security rules · schema doc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63824"/>
            <a:ext cx="137160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99232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Write the mutation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A Server Action: requireAuth → Zod → ActionResult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42816"/>
            <a:ext cx="1371600" cy="43891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78224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Show the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Form to add notes + a live list to see them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21808"/>
            <a:ext cx="1371600" cy="43891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OPTIONAL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157216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F172A"/>
                </a:solidFill>
              </a:rPr>
              <a:t>API endpoint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</a:rPr>
              <a:t>Express route + tests, only if server-to-server logic is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Before starting: pnpm run dev running against your real Firebase project, and a signed-in test user.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TypeScript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Append to the shared Firestore types — the single place types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69494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Courier New"/>
              </a:rPr>
              <a:t>frontend/src/types/firestore.ts  (append)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export interface Note {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id: string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uid: string  // owner — used by security rules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title: string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body: string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createdAt: Timestamp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updatedAt: Timestamp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_schemaVersion: 1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uid ties every note to its owner — rules and queries both key on it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_schemaVersion is mandatory on every collection (enables lazy migration via /evolve-schema)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Timestamps come from Firestore, not JS 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typed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Follow the existing getUsersCollection() pattern — function-style, lazy client init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69494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Courier New"/>
              </a:rPr>
              <a:t>frontend/src/lib/firebase/firestore.ts  (append)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import type { Note, UserProfile } from '@/types/firestore'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export function getNotesCollection() {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return typedCollection&lt;Note&gt;('notes')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export function noteDoc(id: string) {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  return doc(getNotesCollection(), id)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Everything that touches the 'notes' collection goes through this — one place, fully typed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59E0B"/>
                </a:solidFill>
              </a:rPr>
              <a:t>•  </a:t>
            </a:r>
            <a:r>
              <a:rPr sz="1500" b="0">
                <a:solidFill>
                  <a:srgbClr val="334155"/>
                </a:solidFill>
              </a:rPr>
              <a:t>typedCollection is module-private on purpose; collections are exposed as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Security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The last line of defence — assume the client is hostile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297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F59E0B"/>
                </a:solidFill>
                <a:latin typeface="Courier New"/>
              </a:rPr>
              <a:t>firebase/firestore.rules  (add above the marker comment)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match /notes/{noteId}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allow read: if isAuthenticated() &amp;&amp; isOwner(resource.data.uid)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      &amp;&amp; notDeleted();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allow create: if isAuthenticated()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&amp;&amp; isOwner(request.resource.data.uid)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&amp;&amp; request.resource.data.keys().hasOnly(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 ['uid','title','body','createdAt','updatedAt','_schemaVersion']);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allow update: if isAuthenticated() &amp;&amp; isOwner(resource.data.uid)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&amp;&amp; request.resource.data.uid == resource.data.uid  // uid immutable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&amp;&amp; request.resource.data.keys().hasOnly([...]);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allow delete: if false;  // soft-delete only — set deletedAt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Owner-only via isOwner(uid)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hasOnly() blocks smuggled fields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uid can never change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No hard deletes, ever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Deploy it: npx firebase-tools deploy --only firestore:rules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1d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Document the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docs/FIRESTORE-SCHEMA.md — so the next person (or next Claude session) knows the shape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7498079" cy="3291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59E0B"/>
                </a:solidFill>
                <a:latin typeface="Courier New"/>
              </a:rPr>
              <a:t>docs/FIRESTORE-SCHEMA.md  (append)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94A3B8"/>
                </a:solidFill>
                <a:latin typeface="Courier New"/>
              </a:rPr>
              <a:t>## `notes` collection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**Path:** /notes/{noteId}   **Access:** owner-only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| Field          | Type      | Description            |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| uid            | string    | Owner's Auth UID       |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| title          | string    | 1–200 chars            |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| body           | string    | up to 10 000 chars     |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| _schemaVersion | 1         | for lazy migration    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59E0B"/>
                </a:solidFill>
              </a:rPr>
              <a:t>Shortcut: the /firebase-collection skill does steps 1a–1d in one go — type, collection, rules, and docs.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mutation — a Server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Runs on the server, called like a function · the three-beat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F59E0B"/>
                </a:solidFill>
                <a:latin typeface="Courier New"/>
              </a:rPr>
              <a:t>frontend/src/features/notes/actions/notes.actions.ts  (new)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'use server'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const createNoteSchema = z.object({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title: z.string().min(1).max(200),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body: z.string().max(10_000),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export async function createNote(input: unknown):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Promise&lt;ActionResult&lt;string&gt;&gt;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session = await requireAuth()              // beat 1: who?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parsed = createNoteSchema.safeParse(input) // beat 2: sane?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if (!parsed.success)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return { success: false, error: '…'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ref = await adminDb.collection('notes').add({  // beat 3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...parsed.data, uid: session.uid,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createdAt: now, updatedAt: now, _schemaVersion: 1,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})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return { success: true, data: ref.id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1 · requireAuth() — redirects if nobody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2 · Zod parse — nothing unvalidated touches the DB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3 · return ActionResult — never throw at the caller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form — a Client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Calls the Server Action like a normal async function · react-hook-form + zod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F59E0B"/>
                </a:solidFill>
                <a:latin typeface="Courier New"/>
              </a:rPr>
              <a:t>frontend/src/features/notes/components/CreateNoteForm.tsx  (new)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'use client'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import { useForm } from 'react-hook-form'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import { zodResolver } from '@hookform/resolvers/zod'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import { toast } from 'sonner'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import { createNote } from '@/features/notes/actions/notes.actions'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const createNoteFormSchema = z.object({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title: z.string().min(1, 'Title is required').max(200),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body: z.string().max(10_000),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export function CreateNoteForm()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{ register, handleSubmit, reset, formState } = useForm(...)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onSubmit = async (data) =&gt;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const result = await createNote(data)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if (result.success) { toast.success('Note created'); reset()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else toast.error(result.error ?? 'Failed to create note')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react-hook-form + zod — same pattern as the sign-up form</a:t>
            </a:r>
            <a:r>
              <a:rPr sz="1300" b="0">
                <a:solidFill>
                  <a:srgbClr val="334155"/>
                </a:solidFill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onSubmit calls createNote(data) directly, no fetch needed</a:t>
            </a:r>
            <a:r>
              <a:rPr sz="1300" b="0">
                <a:solidFill>
                  <a:srgbClr val="334155"/>
                </a:solidFill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No manual refresh — NotesList's onSnapshot picks up the write</a:t>
            </a:r>
            <a:r>
              <a:rPr sz="1300" b="0">
                <a:solidFill>
                  <a:srgbClr val="334155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page — a Server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Scaffold with /new-page · pages stay thin, interactivity lives in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206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59E0B"/>
                </a:solidFill>
                <a:latin typeface="Courier New"/>
              </a:rPr>
              <a:t>frontend/src/app/(dashboard)/notes/page.tsx  (new)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import type { Metadata } from 'next'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import { requireAuth } from '@/actions/auth.actions'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import { PageHeader } from '@/components/layout/PageHeader'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import { CreateNoteForm } from '@/features/notes/components/CreateNoteForm'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import { NotesList } from '@/features/notes/components/NotesList'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export const metadata: Metadata = { title: 'Notes'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export default async function NotesPage()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await requireAuth()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return (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&lt;div className="space-y-6"&gt;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  &lt;PageHeader title="Notes" description="Your personal notes" /&gt;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  &lt;CreateNoteForm /&gt;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  &lt;NotesList /&gt;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&lt;/div&gt;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No 'use client' — this renders on the server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requireAuth() gates it before any data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(dashboard) group = app shell + sidebar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The live list — a Client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'use client' earns its place here: a real-time Firestore subscription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572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F59E0B"/>
                </a:solidFill>
                <a:latin typeface="Courier New"/>
              </a:rPr>
              <a:t>frontend/src/features/notes/components/NotesList.tsx  (new)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'use client'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export function NotesList()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{ user } = useAuth()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const { data: notes, loading } = useCollection(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getNotesCollection(),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where('uid', '==', user?.uid ?? ''),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if (loading) return &lt;LoadingSpinner /&gt;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if (notes.length === 0) return &lt;EmptyState title="No notes yet" /&gt;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return 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&lt;ul className="space-y-2"&gt;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{notes.map((note) =&gt; 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&lt;li key={note.id} className="rounded-lg border p-4"&gt;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  &lt;h3 className="font-medium"&gt;{note.title}&lt;/h3&gt;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  &lt;p className="text-sm text-zinc-500"&gt;{note.body}&lt;/p&gt;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  &lt;/li&gt;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  ))}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  &lt;/ul&gt;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  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useCollection() → onSnapshot: UI updates live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Query filters by uid — and the rules enforce it anyway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Loading / empty states from shared components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STEP 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Wire it into the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Two lines in the Sidebar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686800" cy="3017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59E0B"/>
                </a:solidFill>
                <a:latin typeface="Courier New"/>
              </a:rPr>
              <a:t>frontend/src/components/layout/Sidebar.tsx  (diff)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- import { LayoutDashboard, User, Settings } from 'lucide-react'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+ import { LayoutDashboard, StickyNote, User, Settings } from 'lucide-react'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const navItems = [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{ href: '/dashboard', label: 'Dashboard', icon: LayoutDashboard },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+   { href: '/notes',     label: 'Notes',     icon: StickyNote },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{ href: '/profile',   label: 'Profile',   icon: User },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4D399"/>
                </a:solidFill>
              </a:rPr>
              <a:t>At this point the feature is usable: sign in → Notes in the sidebar → live, rules-protected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4173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84048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An API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Only when logic can't live in the frontend · /add-route scaffolds all of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8138160" cy="4297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100" b="1">
                <a:solidFill>
                  <a:srgbClr val="F59E0B"/>
                </a:solidFill>
                <a:latin typeface="Courier New"/>
              </a:rPr>
              <a:t>backend/src/routes/notes.ts  (new) — plus mount + tests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router.post('/', async (req, res, next) =&gt;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try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const { user } = req as AuthenticatedRequest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const parsed = createNoteSchema.safeParse(req.body)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if (!parsed.success)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  return next(HttpError.badRequest('…'))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const ref = adminDb.collection('notes').doc()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await ref.set({ ...parsed.data, uid: user.uid,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                _schemaVersion: 1 })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res.status(201).json({ id: ref.id })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} catch (err)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  next(err)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2E8F0"/>
                </a:solidFill>
                <a:latin typeface="Courier New"/>
              </a:rPr>
              <a:t>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Same shape as the Server Action: auth → validate → write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Errors via next(HttpError…) — never inline res.status(500)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59E0B"/>
                </a:solidFill>
              </a:rPr>
              <a:t>•  </a:t>
            </a:r>
            <a:r>
              <a:rPr sz="1300" b="0">
                <a:solidFill>
                  <a:srgbClr val="334155"/>
                </a:solidFill>
              </a:rPr>
              <a:t>Tests: 401 without token, 400 bad input, 201 happy 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Verify —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Run /verify (or the commands below) · results from the actual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920240"/>
          <a:ext cx="9966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21208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typecheck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both packages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lint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both packages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test  (backend)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9/9 — includes the conventions test on the new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pnpm run test:component  (frontend)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✅ 9/9 — includes 3 new CreateNoteForm interaction tests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GET /notes without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307 → /auth/signin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  <a:latin typeface="Courier New"/>
                        </a:rPr>
                        <a:t>GET /notes with session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Verify — the rules actually protect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Tested as real HTTP calls against a live Firebase project, with real user tokens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920240"/>
          <a:ext cx="9966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/>
                <a:gridCol w="1828800"/>
                <a:gridCol w="201168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Owner creates their own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allow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Intruder creates a note pretending to be owner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Owner reads their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allow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Intruder reads the owner's note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Owner hard-deletes (soft-delete only!)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Unauthenticated read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deny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4155"/>
                          </a:solidFill>
                        </a:rPr>
                        <a:t>✅ 403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Replication commands are in the walkthrough appendix — try to break your own rules before an attacker does.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0F172A"/>
                </a:solidFill>
              </a:rPr>
              <a:t>Ship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</a:rPr>
              <a:t>The loop closes the same way every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7315200" cy="2651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182880" tIns="128016"/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F59E0B"/>
                </a:solidFill>
                <a:latin typeface="Courier New"/>
              </a:rPr>
              <a:t>terminal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$ git commit -m "feat: add notes feature"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  ✔ conventional-commit · lint · placeholders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$ git commit -m "this is not conventional"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E2E8F0"/>
                </a:solidFill>
                <a:latin typeface="Courier New"/>
              </a:rPr>
              <a:t>  ❌ rejected — Conventional Commits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•  </a:t>
            </a:r>
            <a:r>
              <a:rPr sz="1600" b="0">
                <a:solidFill>
                  <a:srgbClr val="334155"/>
                </a:solidFill>
              </a:rPr>
              <a:t>Then: open a PR to main, and before review ask Claude to run the security-reviewer agent over your staged changes.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</a:rPr>
              <a:t>Total for this feature: 9 frontend/rules/docs files + 3 optional backend files. All of it scaffoldable with skills — or copy-paste, see COPY-PASTE-FEATURE.md.</a:t>
            </a:r>
            <a:r>
              <a:rPr sz="1600" b="0">
                <a:solidFill>
                  <a:srgbClr val="334155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2148840"/>
            <a:ext cx="146304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Define the data</a:t>
            </a:r>
            <a:r>
              <a:rPr sz="1700">
                <a:solidFill>
                  <a:srgbClr val="CBD5E1"/>
                </a:solidFill>
              </a:rPr>
              <a:t>  —  type · collection · rules · docs — or just /firebase-collection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Write the mutation</a:t>
            </a:r>
            <a:r>
              <a:rPr sz="1700">
                <a:solidFill>
                  <a:srgbClr val="CBD5E1"/>
                </a:solidFill>
              </a:rPr>
              <a:t>  —  requireAuth → Zod → ActionResult, every single time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Build the form</a:t>
            </a:r>
            <a:r>
              <a:rPr sz="1700">
                <a:solidFill>
                  <a:srgbClr val="CBD5E1"/>
                </a:solidFill>
              </a:rPr>
              <a:t>  —  react-hook-form + zod, calls the action directly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Show the data</a:t>
            </a:r>
            <a:r>
              <a:rPr sz="1700">
                <a:solidFill>
                  <a:srgbClr val="CBD5E1"/>
                </a:solidFill>
              </a:rPr>
              <a:t>  —  thin server page + small live client component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Verify</a:t>
            </a:r>
            <a:r>
              <a:rPr sz="1700">
                <a:solidFill>
                  <a:srgbClr val="CBD5E1"/>
                </a:solidFill>
              </a:rPr>
              <a:t>  —  gates green, and prove the rules deny what they should</a:t>
            </a:r>
          </a:p>
          <a:p>
            <a:pPr>
              <a:spcAft>
                <a:spcPts val="1300"/>
              </a:spcAft>
            </a:pPr>
            <a:r>
              <a:rPr sz="2000" b="1">
                <a:solidFill>
                  <a:srgbClr val="F59E0B"/>
                </a:solidFill>
              </a:rPr>
              <a:t>Ship</a:t>
            </a:r>
            <a:r>
              <a:rPr sz="1700">
                <a:solidFill>
                  <a:srgbClr val="CBD5E1"/>
                </a:solidFill>
              </a:rPr>
              <a:t>  —  conventional commit → PR → security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4748B"/>
                </a:solidFill>
              </a:rPr>
              <a:t>Copy-paste version: docs/COPY-PASTE-FEATURE.md  ·  Full record: docs/TUTORIAL-WALKTHROUGH.md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